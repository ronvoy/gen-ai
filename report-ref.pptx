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798AE8-9093-41F9-8022-2F4D3E04AFEB}" type="datetimeFigureOut"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900F00-21FE-4E0A-B46D-AC1B41C33D5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095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We'll add the final date at the end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00F00-21FE-4E0A-B46D-AC1B41C33D53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488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An empirical study is designed to answer a research question. Its formulation is very important to evaluate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00F00-21FE-4E0A-B46D-AC1B41C33D53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389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Careful design of the procedure we will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00F00-21FE-4E0A-B46D-AC1B41C33D53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75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Description of the data used in the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00F00-21FE-4E0A-B46D-AC1B41C33D53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40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What we expect as results of the experiment, possible problems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00F00-21FE-4E0A-B46D-AC1B41C33D53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59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Mid-Term Empirical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Team work</a:t>
            </a:r>
          </a:p>
          <a:p>
            <a:r>
              <a:rPr lang="en-US"/>
              <a:t>Oct 31st, 2025 -- 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FE257-0C67-E765-6229-A7109DEB9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Research Question 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48F244-D900-5E2E-0A02-6D6534593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11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C57E0-B553-041E-9E66-F3BEE7573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Experimental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6C660-1D51-858B-70B4-3FACA9CD1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765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02FD7-4377-B761-4535-D0B33D45B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Benchmark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771CA-ED7E-029A-983E-3C7396BA2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901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EAFCE-FFD9-A6A0-F677-0486B5580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Involved approaches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5C0B76-E0F3-4F91-6D62-A712C43AF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525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4817F-956D-50EE-D2DB-75F2C5FA4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Considered Model(s)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4A150E-9B2D-AD19-E94B-5A19599C7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50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9A704-854C-00EA-DD5D-66B16B7B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Comments and Discussion before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B5D8AA-23B1-6B05-E4C4-D11A4B6AF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249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075A0-786A-289A-5A6D-A25AEFB79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Results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741379-2131-9D1B-F6AA-6D46ABF14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0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35BFB-142C-E607-C671-5CAF9B2E3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Discussion of the results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5E08AA-6FD9-93F0-3750-5979A7449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292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CD88C-74B2-9292-5DE7-271BDD03D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5F4EF-9B64-85E3-1E54-5F48A452B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endParaRPr lang="en-US" sz="4000" dirty="0">
              <a:latin typeface="Aptos Display"/>
            </a:endParaRPr>
          </a:p>
          <a:p>
            <a:pPr>
              <a:spcBef>
                <a:spcPct val="0"/>
              </a:spcBef>
            </a:pPr>
            <a:endParaRPr lang="en-US" sz="3200" dirty="0">
              <a:latin typeface="Aptos Display"/>
            </a:endParaRPr>
          </a:p>
          <a:p>
            <a:pPr>
              <a:spcBef>
                <a:spcPct val="0"/>
              </a:spcBef>
            </a:pPr>
            <a:endParaRPr lang="en-US" sz="3600" dirty="0">
              <a:latin typeface="Aptos Display"/>
            </a:endParaRPr>
          </a:p>
          <a:p>
            <a:pPr>
              <a:spcBef>
                <a:spcPct val="0"/>
              </a:spcBef>
            </a:pPr>
            <a:endParaRPr lang="en-US" sz="3600" dirty="0">
              <a:latin typeface="Aptos Display"/>
            </a:endParaRPr>
          </a:p>
          <a:p>
            <a:pPr>
              <a:spcBef>
                <a:spcPct val="0"/>
              </a:spcBef>
            </a:pPr>
            <a:endParaRPr lang="en-US" sz="4000" dirty="0">
              <a:latin typeface="Aptos Display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14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6cf264b-8efd-483a-82b3-759a6d8a75f1" xsi:nil="true"/>
    <lcf76f155ced4ddcb4097134ff3c332f xmlns="6e71ac32-155a-4619-8d53-7abf123e024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36501F82A52044904E2AA776D592FE" ma:contentTypeVersion="11" ma:contentTypeDescription="Create a new document." ma:contentTypeScope="" ma:versionID="8b326a914c4f8b191fb270949eb32a89">
  <xsd:schema xmlns:xsd="http://www.w3.org/2001/XMLSchema" xmlns:xs="http://www.w3.org/2001/XMLSchema" xmlns:p="http://schemas.microsoft.com/office/2006/metadata/properties" xmlns:ns2="6e71ac32-155a-4619-8d53-7abf123e0249" xmlns:ns3="06cf264b-8efd-483a-82b3-759a6d8a75f1" targetNamespace="http://schemas.microsoft.com/office/2006/metadata/properties" ma:root="true" ma:fieldsID="0b919633720f5d823863a63dc09e019f" ns2:_="" ns3:_="">
    <xsd:import namespace="6e71ac32-155a-4619-8d53-7abf123e0249"/>
    <xsd:import namespace="06cf264b-8efd-483a-82b3-759a6d8a75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71ac32-155a-4619-8d53-7abf123e02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5195dc1-fe89-472b-8717-1a06404882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f264b-8efd-483a-82b3-759a6d8a75f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6f7e36b-cc9f-4df8-9390-f8ed046ac9ef}" ma:internalName="TaxCatchAll" ma:showField="CatchAllData" ma:web="06cf264b-8efd-483a-82b3-759a6d8a75f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E1D80A1-2C4B-4128-831F-4EA8B1161824}">
  <ds:schemaRefs>
    <ds:schemaRef ds:uri="http://schemas.microsoft.com/office/2006/metadata/properties"/>
    <ds:schemaRef ds:uri="http://schemas.microsoft.com/office/infopath/2007/PartnerControls"/>
    <ds:schemaRef ds:uri="06cf264b-8efd-483a-82b3-759a6d8a75f1"/>
    <ds:schemaRef ds:uri="6e71ac32-155a-4619-8d53-7abf123e0249"/>
  </ds:schemaRefs>
</ds:datastoreItem>
</file>

<file path=customXml/itemProps2.xml><?xml version="1.0" encoding="utf-8"?>
<ds:datastoreItem xmlns:ds="http://schemas.openxmlformats.org/officeDocument/2006/customXml" ds:itemID="{4920D7A4-182D-4EB8-B94F-2678DE5ECC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333A3FA-9DDB-4FCC-9898-B11D8259D2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71ac32-155a-4619-8d53-7abf123e0249"/>
    <ds:schemaRef ds:uri="06cf264b-8efd-483a-82b3-759a6d8a75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5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Mid-Term Empirical Study</vt:lpstr>
      <vt:lpstr>Research Question </vt:lpstr>
      <vt:lpstr>Experimental Protocol</vt:lpstr>
      <vt:lpstr>Benchmark</vt:lpstr>
      <vt:lpstr>Involved approaches</vt:lpstr>
      <vt:lpstr>Considered Model(s)</vt:lpstr>
      <vt:lpstr>Comments and Discussion before</vt:lpstr>
      <vt:lpstr>Results</vt:lpstr>
      <vt:lpstr>Discussion of the results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37</cp:revision>
  <dcterms:created xsi:type="dcterms:W3CDTF">2025-10-31T07:08:53Z</dcterms:created>
  <dcterms:modified xsi:type="dcterms:W3CDTF">2026-05-21T19:58:09Z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0x0101005F36501F82A52044904E2AA776D592FE</vt:lpwstr>
  </property>
  <property fmtid="{D5CDD505-2E9C-101B-9397-08002B2CF9AE}" pid="3" name="xd_ProgID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bool>false</vt:bool>
  </property>
  <property fmtid="{D5CDD505-2E9C-101B-9397-08002B2CF9AE}" pid="11" name="MediaServiceImageTags">
    <vt:lpwstr/>
  </property>
</Properties>
</file>